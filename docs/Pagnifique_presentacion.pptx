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ca6efddf-2be0-abb9-f4de-769459d7e161}">
          <p14:sldIdLst>
            <p14:sldId id="256"/>
            <p14:sldId id="257"/>
            <p14:sldId id="258"/>
          </p14:sldIdLst>
        </p14:section>
        <p14:section name="Cómo funciona" id="{fa8a15ef-81c8-0a65-4d74-13d0b1d59a8c}">
          <p14:sldIdLst>
            <p14:sldId id="259"/>
          </p14:sldIdLst>
        </p14:section>
        <p14:section name="Por perfil" id="{dcecf16d-556a-2cd2-d6c8-38df0633f497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ierre" id="{bec2a2f9-b725-1b5e-c847-3ce61758ac27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prototipo navegable. Todos los datos son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Pagnifique tiene casa matriz en Montevideo y tiendas en los 19 departamentos. La plataforma reúne la gestión de personal en un solo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Empleado y suplente usan la app desde el celular; coordinadora y supervisor desde la computadora.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flujo sirve para ausencias, licencias aprobadas y reintegros prolongados.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Camila Acosta avisa que falta hoy y sube el comprobante.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Valentina Techera acepta la oferta de Las Piedras.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alerta lleva directo a la acción. “Me hago cargo” toma el tema; “Elevar a Supervisión” pasa la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interior puede no haber suplentes: el sistema propone otras tiendas (en su franco, con viáticos) y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supervisor ve todo el país, pero no resuelve lo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alerta muestra el nombre de la persona que debe resolverla. Si el supervisor interviene, se avisa a la coordinadora.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Análisis para decidir: huecos de los próximos 7 días contra la capacidad de suplentes, ausencias por motivo, horas extras por causa y costo por tipo de suplente.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no tiene servidor: sirve para validar flujos y pantallas antes de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datos son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Pagnifique · RRHH y personal de tiendas · prototipo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imnicosuarez.github.io/GRHP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Pagnifique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D2FE"/>
                </a:solidFill>
              </a:rPr>
              <a:t>RRHH y gestión del personal de tiendas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Prototipo navegable: turnos, ausencias, licencias, suplencias y reintegros en una sola plataforma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plataforma para el personal de las tiendas</a:t>
            </a:r>
            <a:endParaRPr lang="en-US" sz="3200" dirty="0"/>
          </a:p>
        </p:txBody>
      </p:sp>
      <p:sp>
        <p:nvSpPr>
          <p:cNvPr id="3" name="stat-tiendas"/>
          <p:cNvSpPr/>
          <p:nvPr/>
        </p:nvSpPr>
        <p:spPr>
          <a:xfrm>
            <a:off x="457200" y="132588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tiendas</a:t>
            </a:r>
            <a:endParaRPr lang="en-US" sz="1800" dirty="0"/>
          </a:p>
        </p:txBody>
      </p:sp>
      <p:sp>
        <p:nvSpPr>
          <p:cNvPr id="6" name="stat-departamentos"/>
          <p:cNvSpPr/>
          <p:nvPr/>
        </p:nvSpPr>
        <p:spPr>
          <a:xfrm>
            <a:off x="2560320" y="132588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departamentos</a:t>
            </a:r>
            <a:endParaRPr lang="en-US" sz="1800" dirty="0"/>
          </a:p>
        </p:txBody>
      </p:sp>
      <p:sp>
        <p:nvSpPr>
          <p:cNvPr id="9" name="stat-empleados"/>
          <p:cNvSpPr/>
          <p:nvPr/>
        </p:nvSpPr>
        <p:spPr>
          <a:xfrm>
            <a:off x="4663440" y="132588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empleados</a:t>
            </a:r>
            <a:endParaRPr lang="en-US" sz="1800" dirty="0"/>
          </a:p>
        </p:txBody>
      </p:sp>
      <p:sp>
        <p:nvSpPr>
          <p:cNvPr id="12" name="stat-suplentes"/>
          <p:cNvSpPr/>
          <p:nvPr/>
        </p:nvSpPr>
        <p:spPr>
          <a:xfrm>
            <a:off x="6766560" y="132588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suplentes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Sede en Montevideo, 5 regiones con su coordinadora y 1 supervisión general.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Turnos · ausencias · licencias · suplencias · reintegros · tableros · legajo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perfiles, cada uno con lo que necesita</a:t>
            </a:r>
            <a:endParaRPr lang="en-US" sz="3200" dirty="0"/>
          </a:p>
        </p:txBody>
      </p:sp>
      <p:sp>
        <p:nvSpPr>
          <p:cNvPr id="3" name="tarjeta-Empleado"/>
          <p:cNvSpPr/>
          <p:nvPr/>
        </p:nvSpPr>
        <p:spPr>
          <a:xfrm>
            <a:off x="457200" y="128016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circulo-user"/>
          <p:cNvSpPr/>
          <p:nvPr/>
        </p:nvSpPr>
        <p:spPr>
          <a:xfrm>
            <a:off x="10972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Empleado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24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Celular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Avisa que falta, pide licencias y cambios, ve su turno y su legajo.</a:t>
            </a:r>
            <a:endParaRPr lang="en-US" sz="1400" dirty="0"/>
          </a:p>
        </p:txBody>
      </p:sp>
      <p:sp>
        <p:nvSpPr>
          <p:cNvPr id="9" name="tarjeta-Suplente"/>
          <p:cNvSpPr/>
          <p:nvPr/>
        </p:nvSpPr>
        <p:spPr>
          <a:xfrm>
            <a:off x="2560320" y="128016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circulo-swap"/>
          <p:cNvSpPr/>
          <p:nvPr/>
        </p:nvSpPr>
        <p:spPr>
          <a:xfrm>
            <a:off x="3200400" y="15087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1" descr="sw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6687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03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Suplente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017520" y="2724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Celular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Recibe ofertas de cobertura y las acepta con un toque.</a:t>
            </a:r>
            <a:endParaRPr lang="en-US" sz="1400" dirty="0"/>
          </a:p>
        </p:txBody>
      </p:sp>
      <p:sp>
        <p:nvSpPr>
          <p:cNvPr id="15" name="tarjeta-Coordinadora"/>
          <p:cNvSpPr/>
          <p:nvPr/>
        </p:nvSpPr>
        <p:spPr>
          <a:xfrm>
            <a:off x="4663440" y="128016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circulo-users"/>
          <p:cNvSpPr/>
          <p:nvPr/>
        </p:nvSpPr>
        <p:spPr>
          <a:xfrm>
            <a:off x="5303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6687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634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Coordinadora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120640" y="2724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Web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Resuelve lo de su región: valida, aprueba y busca cobertura.</a:t>
            </a:r>
            <a:endParaRPr lang="en-US" sz="1400" dirty="0"/>
          </a:p>
        </p:txBody>
      </p:sp>
      <p:sp>
        <p:nvSpPr>
          <p:cNvPr id="21" name="tarjeta-Supervisor"/>
          <p:cNvSpPr/>
          <p:nvPr/>
        </p:nvSpPr>
        <p:spPr>
          <a:xfrm>
            <a:off x="6766560" y="1280160"/>
            <a:ext cx="1920240" cy="29260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circulo-globe"/>
          <p:cNvSpPr/>
          <p:nvPr/>
        </p:nvSpPr>
        <p:spPr>
          <a:xfrm>
            <a:off x="7406640" y="150876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Image 3" descr="glo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66878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665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7223760" y="2724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Web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 todo el país y decide lo que las coordinadoras le elevan.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“hoy no puedo ir” a turno cubierto</a:t>
            </a:r>
            <a:endParaRPr lang="en-US" sz="3200" dirty="0"/>
          </a:p>
        </p:txBody>
      </p:sp>
      <p:sp>
        <p:nvSpPr>
          <p:cNvPr id="3" name="paso-1"/>
          <p:cNvSpPr/>
          <p:nvPr/>
        </p:nvSpPr>
        <p:spPr>
          <a:xfrm>
            <a:off x="91440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flecha-1"/>
          <p:cNvSpPr/>
          <p:nvPr/>
        </p:nvSpPr>
        <p:spPr>
          <a:xfrm>
            <a:off x="1554480" y="162306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146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empleado avisa y sube el comprobante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Empleado</a:t>
            </a:r>
            <a:endParaRPr lang="en-US" sz="1200" dirty="0"/>
          </a:p>
        </p:txBody>
      </p:sp>
      <p:sp>
        <p:nvSpPr>
          <p:cNvPr id="9" name="paso-2"/>
          <p:cNvSpPr/>
          <p:nvPr/>
        </p:nvSpPr>
        <p:spPr>
          <a:xfrm>
            <a:off x="2578608" y="13258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8608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flecha-2"/>
          <p:cNvSpPr/>
          <p:nvPr/>
        </p:nvSpPr>
        <p:spPr>
          <a:xfrm>
            <a:off x="3218688" y="162306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21408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167128" y="25146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coordinadora revisa y valida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04288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Coordinadora</a:t>
            </a:r>
            <a:endParaRPr lang="en-US" sz="1200" dirty="0"/>
          </a:p>
        </p:txBody>
      </p:sp>
      <p:sp>
        <p:nvSpPr>
          <p:cNvPr id="15" name="paso-3"/>
          <p:cNvSpPr/>
          <p:nvPr/>
        </p:nvSpPr>
        <p:spPr>
          <a:xfrm>
            <a:off x="4242816" y="13258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42816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flecha-3"/>
          <p:cNvSpPr/>
          <p:nvPr/>
        </p:nvSpPr>
        <p:spPr>
          <a:xfrm>
            <a:off x="4882896" y="162306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785616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Sugiere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831336" y="25146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sistema propone suplentes por cercanía y disponibilidad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68496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Sistema</a:t>
            </a:r>
            <a:endParaRPr lang="en-US" sz="1200" dirty="0"/>
          </a:p>
        </p:txBody>
      </p:sp>
      <p:sp>
        <p:nvSpPr>
          <p:cNvPr id="21" name="paso-4"/>
          <p:cNvSpPr/>
          <p:nvPr/>
        </p:nvSpPr>
        <p:spPr>
          <a:xfrm>
            <a:off x="5907024" y="132588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flecha-4"/>
          <p:cNvSpPr/>
          <p:nvPr/>
        </p:nvSpPr>
        <p:spPr>
          <a:xfrm>
            <a:off x="6547104" y="162306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449824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Acepta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95544" y="25146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suplente acepta; las demás ofertas se cancelan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32704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Suplente</a:t>
            </a:r>
            <a:endParaRPr lang="en-US" sz="1200" dirty="0"/>
          </a:p>
        </p:txBody>
      </p:sp>
      <p:sp>
        <p:nvSpPr>
          <p:cNvPr id="27" name="paso-5"/>
          <p:cNvSpPr/>
          <p:nvPr/>
        </p:nvSpPr>
        <p:spPr>
          <a:xfrm>
            <a:off x="7571232" y="13258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71232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114032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Cubierto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59752" y="25146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turno queda cubierto y la alerta se cierra sola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96912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Sistema</a:t>
            </a:r>
            <a:endParaRPr lang="en-US" sz="1200" dirty="0"/>
          </a:p>
        </p:txBody>
      </p:sp>
      <p:sp>
        <p:nvSpPr>
          <p:cNvPr id="32" name="nota-escalar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 no hay suplentes en la zona, se escala a personal de otras tiendas o a externos.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Empleado: avisar que falta en 3 pasos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Inicio: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su turno de hoy y el botón “Avisar ausencia”, siempre a un toque.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Aviso: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motivo, fecha y comprobante. La coordinadora lo recibe al instante.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Licencias: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saldo, solicitud y estado con el motivo del rechazo.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Y además: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turnos y cambios, legajo, reintegro y notificaciones.</a:t>
            </a:r>
            <a:endParaRPr lang="en-US" sz="1600" dirty="0"/>
          </a:p>
        </p:txBody>
      </p:sp>
      <p:pic>
        <p:nvPicPr>
          <p:cNvPr id="4" name="captura-emp1_inicio" descr="captura-emp1_ini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280160"/>
            <a:ext cx="1463040" cy="308701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069080" y="4462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Inicio</a:t>
            </a:r>
            <a:endParaRPr lang="en-US" sz="1100" dirty="0"/>
          </a:p>
        </p:txBody>
      </p:sp>
      <p:pic>
        <p:nvPicPr>
          <p:cNvPr id="6" name="captura-emp2_avisar" descr="captura-emp2_avis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1463040" cy="308701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5669280" y="4462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Avisar ausencia</a:t>
            </a:r>
            <a:endParaRPr lang="en-US" sz="1100" dirty="0"/>
          </a:p>
        </p:txBody>
      </p:sp>
      <p:pic>
        <p:nvPicPr>
          <p:cNvPr id="8" name="captura-emp4_licencias" descr="captura-emp4_licenci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280160"/>
            <a:ext cx="1463040" cy="308701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7269480" y="4462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Licencias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Suplente: ofertas claras, respuesta rápida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Ofertas: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tienda, horario, distancia desde su base y pago estimado.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Disponibilidad: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marca cuándo puede cubrir; solo recibe ofertas que le sirven.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Coberturas y horas: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 agendado, lo realizado y lo ganado.</a:t>
            </a:r>
            <a:endParaRPr lang="en-US" sz="1600" dirty="0"/>
          </a:p>
        </p:txBody>
      </p:sp>
      <p:pic>
        <p:nvPicPr>
          <p:cNvPr id="4" name="captura-sup1_ofertas" descr="captura-sup1_ofer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280160"/>
            <a:ext cx="1463040" cy="308701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069080" y="4462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Ofertas</a:t>
            </a:r>
            <a:endParaRPr lang="en-US" sz="1100" dirty="0"/>
          </a:p>
        </p:txBody>
      </p:sp>
      <p:pic>
        <p:nvPicPr>
          <p:cNvPr id="6" name="captura-sup2_disponibilidad" descr="captura-sup2_disponibilid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1463040" cy="308701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5669280" y="4462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Disponibilidad</a:t>
            </a:r>
            <a:endParaRPr lang="en-US" sz="1100" dirty="0"/>
          </a:p>
        </p:txBody>
      </p:sp>
      <p:pic>
        <p:nvPicPr>
          <p:cNvPr id="8" name="captura-sup3_horas" descr="captura-sup3_hor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280160"/>
            <a:ext cx="1463040" cy="308701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7269480" y="4462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Mis horas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Coordinadora: su región de un vistazo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Semáforo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por tienda: rojo, amarillo o verde.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Alertas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con el nombre de quien debe resolverlas.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Bandeja: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valida ausencias, aprueba licencias y cambios.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Planificador: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turnos con aviso de horas extras.</a:t>
            </a:r>
            <a:endParaRPr lang="en-US" sz="1600" dirty="0"/>
          </a:p>
        </p:txBody>
      </p:sp>
      <p:pic>
        <p:nvPicPr>
          <p:cNvPr id="4" name="captura-panel-coordinadora" descr="captura-panel-coordinad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480560" cy="296507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206240" y="42909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Panel de la región Metropolitana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y escalamiento</a:t>
            </a:r>
            <a:endParaRPr lang="en-US" sz="3200" dirty="0"/>
          </a:p>
        </p:txBody>
      </p:sp>
      <p:pic>
        <p:nvPicPr>
          <p:cNvPr id="3" name="captura-cobertura" descr="captura-cober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291840" cy="217842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822960" y="3595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Pocitos: suplentes por disponibilidad y cercanía</a:t>
            </a:r>
            <a:endParaRPr lang="en-US" sz="1100" dirty="0"/>
          </a:p>
        </p:txBody>
      </p:sp>
      <p:pic>
        <p:nvPicPr>
          <p:cNvPr id="5" name="captura-escalar" descr="captura-esca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91840" cy="2783541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029200" y="4200861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Artigas: sin suplentes en la zona, se escala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envían ofertas a varios a la vez: gana quien acepta primero.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Supervisor: el panorama nacional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Indicadores: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ausentismo, horas extras, cobertura y costo.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Gestión por región: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quién responde y si está al día.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Elevados: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los temas que las coordinadoras le piden decidir.</a:t>
            </a:r>
            <a:endParaRPr lang="en-US" sz="1600" dirty="0"/>
          </a:p>
        </p:txBody>
      </p:sp>
      <p:pic>
        <p:nvPicPr>
          <p:cNvPr id="4" name="captura-tablero" descr="captura-tabl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480560" cy="296507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206240" y="42909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Tablero nacional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tema tiene un responsable</a:t>
            </a:r>
            <a:endParaRPr lang="en-US" sz="3200" dirty="0"/>
          </a:p>
        </p:txBody>
      </p:sp>
      <p:sp>
        <p:nvSpPr>
          <p:cNvPr id="3" name="circulo-users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5773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resuelve la coordinadora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737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Ausencias, licencias, cambios y cobertura de su región.</a:t>
            </a:r>
            <a:endParaRPr lang="en-US" sz="1400" dirty="0"/>
          </a:p>
        </p:txBody>
      </p:sp>
      <p:sp>
        <p:nvSpPr>
          <p:cNvPr id="7" name="circulo-arrowUp"/>
          <p:cNvSpPr/>
          <p:nvPr/>
        </p:nvSpPr>
        <p:spPr>
          <a:xfrm>
            <a:off x="457200" y="24688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1" descr="arrow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6289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377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eleva si necesita decisión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supervisor pasa a ser el responsable.</a:t>
            </a:r>
            <a:endParaRPr lang="en-US" sz="1400" dirty="0"/>
          </a:p>
        </p:txBody>
      </p:sp>
      <p:sp>
        <p:nvSpPr>
          <p:cNvPr id="11" name="circulo-shield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2" name="Image 2" descr="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6804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supervisor interviene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840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hace falta, como administrador, desde un menú discreto “⋯”.</a:t>
            </a:r>
            <a:endParaRPr lang="en-US" sz="1400" dirty="0"/>
          </a:p>
        </p:txBody>
      </p:sp>
      <p:pic>
        <p:nvPicPr>
          <p:cNvPr id="15" name="captura-alertas" descr="captura-alert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80160"/>
            <a:ext cx="4343400" cy="2874309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16" name="Text 10"/>
          <p:cNvSpPr txBox="1"/>
          <p:nvPr/>
        </p:nvSpPr>
        <p:spPr>
          <a:xfrm>
            <a:off x="4343400" y="4200189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Alertas con responsable y menú “⋯”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para decidir</a:t>
            </a:r>
            <a:endParaRPr lang="en-US" sz="3200" dirty="0"/>
          </a:p>
        </p:txBody>
      </p:sp>
      <p:pic>
        <p:nvPicPr>
          <p:cNvPr id="3" name="captura-mapa" descr="captura-m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840480" cy="282388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14976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Mapa de Uruguay con semáforo por departamento</a:t>
            </a:r>
            <a:endParaRPr lang="en-US" sz="1100" dirty="0"/>
          </a:p>
        </p:txBody>
      </p:sp>
      <p:pic>
        <p:nvPicPr>
          <p:cNvPr id="5" name="captura-analisis" descr="captura-analis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840480" cy="282388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846320" y="414976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Capacidad de la bolsa, causas y costos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Comparativas entre regiones y tiendas, reportes exportables y configuración de reglas.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sigue para validar el concepto</a:t>
            </a:r>
            <a:endParaRPr lang="en-US" sz="3200" dirty="0"/>
          </a:p>
        </p:txBody>
      </p:sp>
      <p:sp>
        <p:nvSpPr>
          <p:cNvPr id="3" name="col-hoy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se puede recorrer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4 perfiles, con datos de ejemplo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Avisos, coberturas, licencias y reintegros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Alertas con responsable y elevación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Mapa, comparativas y reportes</a:t>
            </a:r>
            <a:endParaRPr lang="en-US" sz="1600" dirty="0"/>
          </a:p>
        </p:txBody>
      </p:sp>
      <p:sp>
        <p:nvSpPr>
          <p:cNvPr id="6" name="col-definir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definir con el equipo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Reglas de aprobación y plazos de aviso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Tarifas de suplentes y valor de horas extras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Umbrales del semáforo y de las alertas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Conexión con los sistemas actuales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Probalo</a:t>
            </a:r>
            <a:endParaRPr lang="en-US" sz="48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C7D2F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https://imnicosuarez.github.io/GRHP/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Con el selector “Ver como…” se cambia de perfil sin iniciar sesión.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</a:rPr>
              <a:t>Camila Acosta (empleada) · Valentina Techera (suplente) · Lucía Ferreira (coordinadora) · Alejandro Bentancor (supervisor)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nifique">
  <a:themeElements>
    <a:clrScheme name="Pagnifique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59669"/>
      </a:accent2>
      <a:accent3>
        <a:srgbClr val="D97706"/>
      </a:accent3>
      <a:accent4>
        <a:srgbClr val="DC2626"/>
      </a:accent4>
      <a:accent5>
        <a:srgbClr val="0891B2"/>
      </a:accent5>
      <a:accent6>
        <a:srgbClr val="7C3AED"/>
      </a:accent6>
      <a:hlink>
        <a:srgbClr val="4338CA"/>
      </a:hlink>
      <a:folHlink>
        <a:srgbClr val="6D28D9"/>
      </a:folHlink>
    </a:clrScheme>
    <a:fontScheme name="Pagnifiq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Pagnifique · RRHH y personal de tiendas</dc:title>
  <dc:subject>PptxGenJS Presentation</dc:subject>
  <dc:creator>Pagnifique</dc:creator>
  <cp:lastModifiedBy>Pagnifique</cp:lastModifiedBy>
  <cp:revision>1</cp:revision>
  <dcterms:created xsi:type="dcterms:W3CDTF">2026-10-12T21:53:38Z</dcterms:created>
  <dcterms:modified xsi:type="dcterms:W3CDTF">2026-10-12T21:53:38Z</dcterms:modified>
</cp:coreProperties>
</file>